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64" r:id="rId2"/>
    <p:sldId id="305" r:id="rId3"/>
    <p:sldId id="311" r:id="rId4"/>
    <p:sldId id="306" r:id="rId5"/>
    <p:sldId id="327" r:id="rId6"/>
    <p:sldId id="308" r:id="rId7"/>
    <p:sldId id="328" r:id="rId8"/>
    <p:sldId id="339" r:id="rId9"/>
    <p:sldId id="310" r:id="rId10"/>
    <p:sldId id="313" r:id="rId11"/>
    <p:sldId id="330" r:id="rId12"/>
    <p:sldId id="314" r:id="rId13"/>
    <p:sldId id="315" r:id="rId14"/>
    <p:sldId id="316" r:id="rId15"/>
    <p:sldId id="325" r:id="rId16"/>
    <p:sldId id="317" r:id="rId17"/>
    <p:sldId id="319" r:id="rId18"/>
    <p:sldId id="337" r:id="rId19"/>
    <p:sldId id="336" r:id="rId20"/>
    <p:sldId id="329" r:id="rId21"/>
    <p:sldId id="320" r:id="rId22"/>
    <p:sldId id="334" r:id="rId23"/>
    <p:sldId id="321" r:id="rId24"/>
    <p:sldId id="323" r:id="rId25"/>
    <p:sldId id="324" r:id="rId26"/>
    <p:sldId id="326" r:id="rId27"/>
    <p:sldId id="322" r:id="rId28"/>
    <p:sldId id="318" r:id="rId29"/>
    <p:sldId id="331" r:id="rId30"/>
    <p:sldId id="333" r:id="rId31"/>
    <p:sldId id="332" r:id="rId3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96" d="100"/>
          <a:sy n="96" d="100"/>
        </p:scale>
        <p:origin x="19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510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8</a:t>
            </a:r>
          </a:p>
          <a:p>
            <a:pPr eaLnBrk="1" hangingPunct="1"/>
            <a:r>
              <a:rPr lang="fr-FR" altLang="fr-FR" dirty="0"/>
              <a:t>Multi Layer Perceptron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Signal synaptique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L’ensemble des entrées sont multipliés à leurs poids puis sommés</a:t>
            </a:r>
          </a:p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</p:txBody>
      </p:sp>
    </p:spTree>
    <p:extLst>
      <p:ext uri="{BB962C8B-B14F-4D97-AF65-F5344CB8AC3E}">
        <p14:creationId xmlns:p14="http://schemas.microsoft.com/office/powerpoint/2010/main" val="63555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Perceptron: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id:str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self.id = id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self.output:float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[]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=[0 for _ in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signal(self)-&gt;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total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([input *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input,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)])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</a:p>
        </p:txBody>
      </p:sp>
    </p:spTree>
    <p:extLst>
      <p:ext uri="{BB962C8B-B14F-4D97-AF65-F5344CB8AC3E}">
        <p14:creationId xmlns:p14="http://schemas.microsoft.com/office/powerpoint/2010/main" val="302687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  <a:p>
            <a:r>
              <a:rPr lang="fr-FR" dirty="0"/>
              <a:t>Si f(signal) &gt; seuil (ou biais) alors le signal passe dans la sortie</a:t>
            </a:r>
          </a:p>
          <a:p>
            <a:r>
              <a:rPr lang="fr-FR" dirty="0"/>
              <a:t>f est souvent une tangente hyperbolique ou une sigmoïde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math.tanh</a:t>
            </a:r>
            <a:endParaRPr lang="fr-FR" dirty="0"/>
          </a:p>
        </p:txBody>
      </p:sp>
      <p:pic>
        <p:nvPicPr>
          <p:cNvPr id="2050" name="Picture 2" descr="https://upload.wikimedia.org/wikipedia/commons/9/9d/Sigmo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861048"/>
            <a:ext cx="2328193" cy="19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8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56DD26-BA7B-9FD5-BABA-7110440E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d'activation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9746D-1980-5B33-F973-8BC8335A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2382E4-572A-7BF2-77C4-7B84B5A1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45" y="2492896"/>
            <a:ext cx="6264183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6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d’activation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Elles permettent de déterminer si le signal passe ou non</a:t>
            </a:r>
          </a:p>
          <a:p>
            <a:pPr lvl="1"/>
            <a:r>
              <a:rPr lang="fr-FR" sz="2000" dirty="0"/>
              <a:t>Relu (</a:t>
            </a:r>
            <a:r>
              <a:rPr lang="fr-FR" sz="2000" dirty="0" err="1"/>
              <a:t>Rectified</a:t>
            </a:r>
            <a:r>
              <a:rPr lang="fr-FR" sz="2000" dirty="0"/>
              <a:t> Liner Unit), </a:t>
            </a:r>
            <a:r>
              <a:rPr lang="fr-FR" sz="2000" dirty="0" err="1"/>
              <a:t>LeakyRelu</a:t>
            </a:r>
            <a:endParaRPr lang="fr-FR" sz="2000" dirty="0"/>
          </a:p>
          <a:p>
            <a:pPr lvl="1"/>
            <a:r>
              <a:rPr lang="fr-FR" sz="2000" dirty="0" err="1"/>
              <a:t>Sigmoid</a:t>
            </a:r>
            <a:r>
              <a:rPr lang="fr-FR" sz="2000" dirty="0"/>
              <a:t>, Hard </a:t>
            </a:r>
            <a:r>
              <a:rPr lang="fr-FR" sz="2000" dirty="0" err="1"/>
              <a:t>Sigmoid</a:t>
            </a:r>
            <a:r>
              <a:rPr lang="fr-FR" sz="2000" dirty="0"/>
              <a:t>, </a:t>
            </a:r>
            <a:r>
              <a:rPr lang="fr-FR" sz="2000" dirty="0" err="1"/>
              <a:t>Tanh</a:t>
            </a:r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780928"/>
            <a:ext cx="6329113" cy="3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Présence ou non d’un seuil</a:t>
            </a:r>
          </a:p>
          <a:p>
            <a:pPr lvl="1"/>
            <a:r>
              <a:rPr lang="fr-FR" dirty="0"/>
              <a:t>Seuil à 0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Ou équivalent à perceptron avec une entrée à 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866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r>
              <a:rPr lang="fr-FR" dirty="0"/>
              <a:t> une fonction d’activation qui est une régression logistique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Elle a comme particularité que son intégrale de 0 à k = 1</a:t>
            </a:r>
          </a:p>
          <a:p>
            <a:r>
              <a:rPr lang="fr-FR" dirty="0"/>
              <a:t>Exemple :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420888"/>
            <a:ext cx="4491925" cy="7200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509120"/>
            <a:ext cx="764245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621" y="1412776"/>
            <a:ext cx="8766051" cy="5040560"/>
          </a:xfrm>
        </p:spPr>
        <p:txBody>
          <a:bodyPr/>
          <a:lstStyle/>
          <a:p>
            <a:r>
              <a:rPr lang="fr-FR" dirty="0"/>
              <a:t>Les perceptrons peuvent être mis en couche</a:t>
            </a:r>
          </a:p>
          <a:p>
            <a:endParaRPr lang="fr-F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21555" y="2852936"/>
            <a:ext cx="583076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Layer: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reluFn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List[Perceptron] = []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p = Perceptron(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.perceptrons.append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1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2x2x2</a:t>
            </a:r>
          </a:p>
        </p:txBody>
      </p:sp>
      <p:pic>
        <p:nvPicPr>
          <p:cNvPr id="4" name="Picture 2" descr="neural_network (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70080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pic>
        <p:nvPicPr>
          <p:cNvPr id="4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résultats attendus sont 0.75 et 0.77</a:t>
            </a:r>
          </a:p>
          <a:p>
            <a:r>
              <a:rPr lang="fr-FR" dirty="0"/>
              <a:t>Le résultat obtenus est 0.01 et 0.99</a:t>
            </a:r>
          </a:p>
          <a:p>
            <a:r>
              <a:rPr lang="fr-FR" dirty="0"/>
              <a:t>Le </a:t>
            </a:r>
            <a:r>
              <a:rPr lang="fr-FR" dirty="0" err="1"/>
              <a:t>loss</a:t>
            </a:r>
            <a:r>
              <a:rPr lang="fr-FR" dirty="0"/>
              <a:t> (</a:t>
            </a:r>
            <a:r>
              <a:rPr lang="fr-FR" dirty="0" err="1"/>
              <a:t>mse</a:t>
            </a:r>
            <a:r>
              <a:rPr lang="fr-FR" dirty="0"/>
              <a:t>) est l’erreur quadratique soit</a:t>
            </a:r>
          </a:p>
          <a:p>
            <a:pPr lvl="1"/>
            <a:r>
              <a:rPr lang="fr-FR" dirty="0"/>
              <a:t>(0.75-0.01)**2 + (0.77-0.99)**2 = 0.51</a:t>
            </a:r>
          </a:p>
        </p:txBody>
      </p:sp>
    </p:spTree>
    <p:extLst>
      <p:ext uri="{BB962C8B-B14F-4D97-AF65-F5344CB8AC3E}">
        <p14:creationId xmlns:p14="http://schemas.microsoft.com/office/powerpoint/2010/main" val="180224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6C02CC-BC16-B66C-24D8-72F35DC6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2D70FE-B4CA-1B03-71B3-680756241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Fdwi</a:t>
            </a:r>
            <a:r>
              <a:rPr lang="fr-FR" dirty="0"/>
              <a:t> = </a:t>
            </a:r>
            <a:r>
              <a:rPr lang="fr-FR" dirty="0" err="1"/>
              <a:t>wi</a:t>
            </a:r>
            <a:r>
              <a:rPr lang="fr-FR" dirty="0"/>
              <a:t> * </a:t>
            </a:r>
            <a:r>
              <a:rPr lang="fr-FR" dirty="0" err="1"/>
              <a:t>loss</a:t>
            </a:r>
            <a:r>
              <a:rPr lang="fr-FR" dirty="0"/>
              <a:t> * </a:t>
            </a:r>
            <a:r>
              <a:rPr lang="fr-FR" dirty="0" err="1"/>
              <a:t>learning_rate</a:t>
            </a:r>
            <a:r>
              <a:rPr lang="fr-FR" dirty="0"/>
              <a:t> * </a:t>
            </a:r>
            <a:r>
              <a:rPr lang="fr-FR" dirty="0" err="1"/>
              <a:t>rnd</a:t>
            </a:r>
            <a:endParaRPr lang="fr-FR" dirty="0"/>
          </a:p>
          <a:p>
            <a:r>
              <a:rPr lang="fr-FR" dirty="0"/>
              <a:t>            --------------------------------------</a:t>
            </a:r>
          </a:p>
          <a:p>
            <a:r>
              <a:rPr lang="fr-FR" dirty="0"/>
              <a:t>                         </a:t>
            </a:r>
            <a:r>
              <a:rPr lang="fr-FR" dirty="0" err="1"/>
              <a:t>dfa</a:t>
            </a:r>
            <a:r>
              <a:rPr lang="fr-FR" dirty="0"/>
              <a:t>(i) * d’’(</a:t>
            </a:r>
            <a:r>
              <a:rPr lang="fr-FR" dirty="0" err="1"/>
              <a:t>losses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Learning_rate</a:t>
            </a:r>
            <a:r>
              <a:rPr lang="fr-FR" dirty="0"/>
              <a:t> = 0.01 et 0.00001 </a:t>
            </a:r>
          </a:p>
          <a:p>
            <a:r>
              <a:rPr lang="fr-FR" dirty="0"/>
              <a:t>D’’ = moment de </a:t>
            </a:r>
            <a:r>
              <a:rPr lang="fr-FR" dirty="0" err="1"/>
              <a:t>nesterov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8222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120E3D-21C9-416C-96C9-8368F624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Descente du gradient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3B3979-55A8-45D3-9A85-72BBA0F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(x) = (w * </a:t>
            </a:r>
            <a:r>
              <a:rPr lang="fr-FR" dirty="0" err="1"/>
              <a:t>loss</a:t>
            </a:r>
            <a:r>
              <a:rPr lang="fr-FR" dirty="0"/>
              <a:t> * </a:t>
            </a:r>
            <a:r>
              <a:rPr lang="fr-FR" dirty="0" err="1"/>
              <a:t>lr</a:t>
            </a:r>
            <a:r>
              <a:rPr lang="fr-FR" dirty="0"/>
              <a:t>) / (</a:t>
            </a:r>
            <a:r>
              <a:rPr lang="fr-FR" dirty="0" err="1"/>
              <a:t>faccel</a:t>
            </a:r>
            <a:r>
              <a:rPr lang="fr-FR" dirty="0"/>
              <a:t>(</a:t>
            </a:r>
            <a:r>
              <a:rPr lang="fr-FR" dirty="0" err="1"/>
              <a:t>momentum</a:t>
            </a:r>
            <a:r>
              <a:rPr lang="fr-FR" dirty="0"/>
              <a:t>) * </a:t>
            </a:r>
            <a:r>
              <a:rPr lang="fr-FR" dirty="0" err="1"/>
              <a:t>df</a:t>
            </a:r>
            <a:r>
              <a:rPr lang="fr-FR" dirty="0"/>
              <a:t>(x))</a:t>
            </a:r>
          </a:p>
          <a:p>
            <a:r>
              <a:rPr lang="fr-FR" dirty="0"/>
              <a:t>Stochastique = </a:t>
            </a:r>
            <a:r>
              <a:rPr lang="fr-FR" dirty="0" err="1"/>
              <a:t>random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 err="1"/>
              <a:t>lr</a:t>
            </a:r>
            <a:r>
              <a:rPr lang="fr-FR" dirty="0"/>
              <a:t> = Learning Rate [1</a:t>
            </a:r>
            <a:r>
              <a:rPr lang="fr-FR" baseline="30000" dirty="0"/>
              <a:t>e</a:t>
            </a:r>
            <a:r>
              <a:rPr lang="fr-FR" dirty="0"/>
              <a:t>-2, 1</a:t>
            </a:r>
            <a:r>
              <a:rPr lang="fr-FR" baseline="30000" dirty="0"/>
              <a:t>e</a:t>
            </a:r>
            <a:r>
              <a:rPr lang="fr-FR" dirty="0"/>
              <a:t>-5]</a:t>
            </a:r>
          </a:p>
          <a:p>
            <a:r>
              <a:rPr lang="fr-FR" dirty="0" err="1"/>
              <a:t>momentum</a:t>
            </a:r>
            <a:r>
              <a:rPr lang="fr-FR" dirty="0"/>
              <a:t> = </a:t>
            </a:r>
            <a:r>
              <a:rPr lang="fr-FR" dirty="0" err="1"/>
              <a:t>Nesterov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7084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souvent supervisé</a:t>
            </a:r>
          </a:p>
          <a:p>
            <a:pPr lvl="1"/>
            <a:r>
              <a:rPr lang="fr-FR" dirty="0"/>
              <a:t>Présence d’un feedback pour indiquer si le calcul est bon</a:t>
            </a:r>
          </a:p>
          <a:p>
            <a:r>
              <a:rPr lang="fr-FR" dirty="0"/>
              <a:t>Si le feedback est bon, le neurone se fige un peu plus</a:t>
            </a:r>
          </a:p>
          <a:p>
            <a:r>
              <a:rPr lang="fr-FR" dirty="0"/>
              <a:t>Sinon, le seuil et les poids changent un peu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5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d’erreur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est reportée à la couche précédente en fonction des poids</a:t>
            </a:r>
          </a:p>
          <a:p>
            <a:r>
              <a:rPr lang="fr-FR" dirty="0"/>
              <a:t>Plus le poids est important plus il est responsable de l’erreur</a:t>
            </a:r>
          </a:p>
        </p:txBody>
      </p:sp>
      <p:pic>
        <p:nvPicPr>
          <p:cNvPr id="4" name="Picture 6" descr="output_1_backprop 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50006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2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EC4C4-87EA-450C-B88A-6D762C87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8D1F86-3366-4C45-B5B1-F655AD1F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Neurone inputs (0.1 0.9) output = grosse erreur</a:t>
            </a:r>
          </a:p>
          <a:p>
            <a:r>
              <a:rPr lang="fr-FR" dirty="0" err="1"/>
              <a:t>LearningRate</a:t>
            </a:r>
            <a:r>
              <a:rPr lang="fr-FR" dirty="0"/>
              <a:t> = [1</a:t>
            </a:r>
            <a:r>
              <a:rPr lang="fr-FR" baseline="30000" dirty="0"/>
              <a:t>e</a:t>
            </a:r>
            <a:r>
              <a:rPr lang="fr-FR" dirty="0"/>
              <a:t>-2; 1</a:t>
            </a:r>
            <a:r>
              <a:rPr lang="fr-FR" baseline="30000" dirty="0"/>
              <a:t>e</a:t>
            </a:r>
            <a:r>
              <a:rPr lang="fr-FR" dirty="0"/>
              <a:t>-4]</a:t>
            </a:r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 = (</a:t>
            </a:r>
            <a:r>
              <a:rPr lang="fr-FR" dirty="0" err="1"/>
              <a:t>Loss</a:t>
            </a:r>
            <a:r>
              <a:rPr lang="fr-FR" dirty="0"/>
              <a:t> * w * </a:t>
            </a:r>
            <a:r>
              <a:rPr lang="fr-FR" dirty="0" err="1"/>
              <a:t>LearningRate</a:t>
            </a:r>
            <a:r>
              <a:rPr lang="fr-FR" dirty="0"/>
              <a:t>) / (</a:t>
            </a:r>
            <a:r>
              <a:rPr lang="fr-FR" dirty="0" err="1"/>
              <a:t>momentum</a:t>
            </a:r>
            <a:r>
              <a:rPr lang="fr-FR" dirty="0"/>
              <a:t> * </a:t>
            </a:r>
            <a:r>
              <a:rPr lang="fr-FR" dirty="0" err="1"/>
              <a:t>dfactivation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5010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  <a:p>
            <a:pPr lvl="1"/>
            <a:r>
              <a:rPr lang="fr-FR" dirty="0"/>
              <a:t>Le changement de poids est alors effectué en remontant le réseaux</a:t>
            </a:r>
          </a:p>
          <a:p>
            <a:pPr lvl="1"/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5" name="Picture 8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02" y="3284983"/>
            <a:ext cx="3752373" cy="30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2870/1*r_-1TKp8ylzWRl_ybjEh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12" y="4440829"/>
            <a:ext cx="4125888" cy="71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581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d’un moment et de la dérivé de la fonction d’activation dans le calcul de </a:t>
            </a:r>
            <a:r>
              <a:rPr lang="fr-FR" dirty="0" err="1"/>
              <a:t>dW</a:t>
            </a:r>
            <a:endParaRPr lang="fr-FR" dirty="0"/>
          </a:p>
          <a:p>
            <a:pPr lvl="1"/>
            <a:r>
              <a:rPr lang="fr-FR" dirty="0" err="1"/>
              <a:t>dW</a:t>
            </a:r>
            <a:r>
              <a:rPr lang="fr-FR" dirty="0"/>
              <a:t> = (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)) / (</a:t>
            </a:r>
            <a:r>
              <a:rPr lang="fr-FR" dirty="0" err="1"/>
              <a:t>df</a:t>
            </a:r>
            <a:r>
              <a:rPr lang="fr-FR" dirty="0"/>
              <a:t>(x) *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6" name="Picture 2" descr="https://dpzbhybb2pdcj.cloudfront.net/allaire/Figures/02fi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12976"/>
            <a:ext cx="2869743" cy="21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4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056784" cy="5040560"/>
          </a:xfrm>
        </p:spPr>
        <p:txBody>
          <a:bodyPr/>
          <a:lstStyle/>
          <a:p>
            <a:r>
              <a:rPr lang="fr-FR" dirty="0"/>
              <a:t>Très couteux</a:t>
            </a:r>
          </a:p>
          <a:p>
            <a:pPr lvl="1"/>
            <a:r>
              <a:rPr lang="fr-FR" dirty="0"/>
              <a:t>Mais donne de très bon résultats</a:t>
            </a:r>
          </a:p>
          <a:p>
            <a:pPr lvl="1"/>
            <a:r>
              <a:rPr lang="fr-FR" dirty="0"/>
              <a:t>Maitrise l’addition sur 4 bits avec 145 neurones et 100 itérations</a:t>
            </a:r>
          </a:p>
        </p:txBody>
      </p:sp>
      <p:pic>
        <p:nvPicPr>
          <p:cNvPr id="3074" name="Picture 2" descr="../_images/multilayerperceptron_netwo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81" y="2132856"/>
            <a:ext cx="2088232" cy="226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87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sont </a:t>
            </a:r>
            <a:r>
              <a:rPr lang="fr-FR"/>
              <a:t>des modèles asymétriques</a:t>
            </a:r>
            <a:endParaRPr lang="fr-FR" dirty="0"/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1946835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Topologie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 réseau est profond plus il nécessite de données</a:t>
            </a:r>
          </a:p>
          <a:p>
            <a:pPr lvl="1"/>
            <a:r>
              <a:rPr lang="fr-FR" dirty="0"/>
              <a:t>Pas de goulot d’étranglement</a:t>
            </a:r>
          </a:p>
          <a:p>
            <a:pPr lvl="1"/>
            <a:r>
              <a:rPr lang="fr-FR" dirty="0"/>
              <a:t>Largeur inférieure aux inputs et outputs (sauf </a:t>
            </a:r>
            <a:r>
              <a:rPr lang="fr-FR" dirty="0" err="1"/>
              <a:t>DropOut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Nb_max_hidden_layer</a:t>
            </a:r>
            <a:r>
              <a:rPr lang="fr-FR" dirty="0"/>
              <a:t> ~= log(</a:t>
            </a:r>
            <a:r>
              <a:rPr lang="fr-FR" dirty="0" err="1"/>
              <a:t>len</a:t>
            </a:r>
            <a:r>
              <a:rPr lang="fr-FR" dirty="0"/>
              <a:t>(dataset))</a:t>
            </a:r>
          </a:p>
        </p:txBody>
      </p:sp>
    </p:spTree>
    <p:extLst>
      <p:ext uri="{BB962C8B-B14F-4D97-AF65-F5344CB8AC3E}">
        <p14:creationId xmlns:p14="http://schemas.microsoft.com/office/powerpoint/2010/main" val="197552777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7265</TotalTime>
  <Words>871</Words>
  <Application>Microsoft Office PowerPoint</Application>
  <PresentationFormat>Affichage à l'écran (4:3)</PresentationFormat>
  <Paragraphs>148</Paragraphs>
  <Slides>31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Arial</vt:lpstr>
      <vt:lpstr>Consolas</vt:lpstr>
      <vt:lpstr>Courier New</vt:lpstr>
      <vt:lpstr>Monotype Sorts</vt:lpstr>
      <vt:lpstr>Times New Roman</vt:lpstr>
      <vt:lpstr>Wingdings</vt:lpstr>
      <vt:lpstr>cvc</vt:lpstr>
      <vt:lpstr>Présentation PowerPoint</vt:lpstr>
      <vt:lpstr>Neurone</vt:lpstr>
      <vt:lpstr>Synapse</vt:lpstr>
      <vt:lpstr>Perceptron</vt:lpstr>
      <vt:lpstr>Signal synaptique</vt:lpstr>
      <vt:lpstr>Perceptron</vt:lpstr>
      <vt:lpstr>Activation</vt:lpstr>
      <vt:lpstr>Les fonctions d'activation</vt:lpstr>
      <vt:lpstr>Les fonctions d’activation</vt:lpstr>
      <vt:lpstr>Bias</vt:lpstr>
      <vt:lpstr>Softmax</vt:lpstr>
      <vt:lpstr>Layers</vt:lpstr>
      <vt:lpstr>MLP</vt:lpstr>
      <vt:lpstr>Exemple 2x2x2</vt:lpstr>
      <vt:lpstr>Exemple simple</vt:lpstr>
      <vt:lpstr>Inférence</vt:lpstr>
      <vt:lpstr>Calcul du loss</vt:lpstr>
      <vt:lpstr>Présentation PowerPoint</vt:lpstr>
      <vt:lpstr>Descente du gradient</vt:lpstr>
      <vt:lpstr>Backpropagation</vt:lpstr>
      <vt:lpstr>Gradient d’erreur</vt:lpstr>
      <vt:lpstr>dW</vt:lpstr>
      <vt:lpstr>Changement du poids</vt:lpstr>
      <vt:lpstr>Learning rate</vt:lpstr>
      <vt:lpstr>La descente du gradient</vt:lpstr>
      <vt:lpstr>Backpropagation</vt:lpstr>
      <vt:lpstr>Stochastic Gradient Based Optimizer</vt:lpstr>
      <vt:lpstr>MLP Complexes</vt:lpstr>
      <vt:lpstr>Coût</vt:lpstr>
      <vt:lpstr>Asymétrie</vt:lpstr>
      <vt:lpstr>Topologie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260</cp:revision>
  <dcterms:created xsi:type="dcterms:W3CDTF">2000-04-10T19:33:12Z</dcterms:created>
  <dcterms:modified xsi:type="dcterms:W3CDTF">2026-10-14T06:50:38Z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